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58" r:id="rId3"/>
    <p:sldId id="257" r:id="rId4"/>
    <p:sldId id="259" r:id="rId5"/>
    <p:sldId id="260" r:id="rId6"/>
    <p:sldId id="261" r:id="rId7"/>
    <p:sldId id="262" r:id="rId8"/>
    <p:sldId id="266" r:id="rId9"/>
    <p:sldId id="263" r:id="rId10"/>
    <p:sldId id="265" r:id="rId11"/>
    <p:sldId id="264" r:id="rId12"/>
    <p:sldId id="267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961" autoAdjust="0"/>
  </p:normalViewPr>
  <p:slideViewPr>
    <p:cSldViewPr snapToGrid="0">
      <p:cViewPr varScale="1">
        <p:scale>
          <a:sx n="75" d="100"/>
          <a:sy n="75" d="100"/>
        </p:scale>
        <p:origin x="974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89B404-734A-5613-1B04-1558B681F8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11507FC-93C2-E8A3-313E-4AE9C4626E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0901F8F-A591-ABF7-23D4-53E9EBBF1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8C81C-B49A-4113-9FA7-C64A30256983}" type="datetimeFigureOut">
              <a:rPr lang="zh-TW" altLang="en-US" smtClean="0"/>
              <a:t>2024/12/30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01B4EF2-3E11-9B48-F70B-1F89836DE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7DDA819-B62A-9229-2ED5-9F658C8E6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15C4A-426B-403E-B6CD-C3815CBB51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9778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8B7EEB-5FFA-0650-9BC3-3056EDA6B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1F8010A-2655-44F4-4A2F-C21DB7841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9566A82-5F35-9A88-FAB2-96B2C9BD0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8C81C-B49A-4113-9FA7-C64A30256983}" type="datetimeFigureOut">
              <a:rPr lang="zh-TW" altLang="en-US" smtClean="0"/>
              <a:t>2024/12/30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D173AC8-BC9B-5BD5-8D17-9916F48DB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D8BB691-C809-A8FE-52B7-FE5CA922B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15C4A-426B-403E-B6CD-C3815CBB51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8942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647011-C8FE-26FF-5D07-6790004E8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7E9E6D8-F610-B86A-5385-34E127EA8A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68CE81F-1A80-4041-B446-69A586DF7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8C81C-B49A-4113-9FA7-C64A30256983}" type="datetimeFigureOut">
              <a:rPr lang="zh-TW" altLang="en-US" smtClean="0"/>
              <a:t>2024/12/30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61CA6FF-4AA4-8B25-B273-300C5E8BA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0919224-B753-3E45-BFCA-E8BBAAD1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15C4A-426B-403E-B6CD-C3815CBB51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1005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2609EF-CF5D-0FF7-3E96-9E04F282E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48A0A3F-0E8F-2EBC-B223-E9724CFFC6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F88B464-46F7-082A-982B-54ACE44328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B368246-5660-504D-FD7E-94CADC4BF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8C81C-B49A-4113-9FA7-C64A30256983}" type="datetimeFigureOut">
              <a:rPr lang="zh-TW" altLang="en-US" smtClean="0"/>
              <a:t>2024/12/30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CBCFF5E-5353-A087-07C2-04788AAD9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CFCDA0F-F8EB-126F-7402-0A90102A5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15C4A-426B-403E-B6CD-C3815CBB51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1277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192DC7-286A-B57A-B33D-AD2485726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96C718E-D528-5BBD-0EBF-C96DD303D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71C357A-FAC5-496F-8E06-6F89E54091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B3E8537-972B-EDA6-7951-8A5E436663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5BA79E0-6E44-33FE-075C-5E7B6438D3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E3DE298-16CB-E605-E5AE-C1796B7A7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8C81C-B49A-4113-9FA7-C64A30256983}" type="datetimeFigureOut">
              <a:rPr lang="zh-TW" altLang="en-US" smtClean="0"/>
              <a:t>2024/12/30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799CFB3-4310-DF27-35E1-3D84921E2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1A5E484-BDB2-B0B7-0334-F97C8C25D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15C4A-426B-403E-B6CD-C3815CBB51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0315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F0024D-6E38-F0A3-0200-33BAC8269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4031FFA-6014-8E85-81E9-07C2736A2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8C81C-B49A-4113-9FA7-C64A30256983}" type="datetimeFigureOut">
              <a:rPr lang="zh-TW" altLang="en-US" smtClean="0"/>
              <a:t>2024/12/30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86A459D-8CC5-AE27-CFF3-D8FB5ABEC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9A8FB61-383D-0E25-897F-930CA26F2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15C4A-426B-403E-B6CD-C3815CBB51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4140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EEE07F9-E345-793F-95B6-939E1C44B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8C81C-B49A-4113-9FA7-C64A30256983}" type="datetimeFigureOut">
              <a:rPr lang="zh-TW" altLang="en-US" smtClean="0"/>
              <a:t>2024/12/30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3945ACA-F96F-BF62-347E-66438717C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5AACB0E-2D4A-EF9A-F289-843B8328C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15C4A-426B-403E-B6CD-C3815CBB51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9456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8B4CB8-56B9-C5FB-3363-DE4BF24A9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E7F8016-E848-32CB-573D-6F787D890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C816D68-1543-4E2B-AE99-2262588E2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E60F04-929C-FEC7-69EC-113AB4696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8C81C-B49A-4113-9FA7-C64A30256983}" type="datetimeFigureOut">
              <a:rPr lang="zh-TW" altLang="en-US" smtClean="0"/>
              <a:t>2024/12/30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0EF0D08-45BA-AB5E-EBEB-020EF1BC2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E47BC41-3446-B604-CCBC-E1AB4EE80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15C4A-426B-403E-B6CD-C3815CBB51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5664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2BCC6C-95AD-8144-5569-DD13A9D75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0CAACEA-B5BA-44F7-802A-A42CB7287F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04B73AD-5A5A-2BB3-CCAF-B5FDC16A87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A253E1A-3578-11B8-CFC4-D459E5F27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8C81C-B49A-4113-9FA7-C64A30256983}" type="datetimeFigureOut">
              <a:rPr lang="zh-TW" altLang="en-US" smtClean="0"/>
              <a:t>2024/12/30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186AFFF-BD82-0F51-5D10-12B2A0D7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7BAD77C-2897-D908-5AFF-23D5415D5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15C4A-426B-403E-B6CD-C3815CBB51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9455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E449D1-2E46-610B-D7BB-596FD940C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03E3007-83BF-701C-83EC-5CF14EF936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AE096EB-07ED-0B92-DB8F-9E5F9C1C8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8C81C-B49A-4113-9FA7-C64A30256983}" type="datetimeFigureOut">
              <a:rPr lang="zh-TW" altLang="en-US" smtClean="0"/>
              <a:t>2024/12/30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6BC01F6-3A8E-9F2A-EB55-084A189C2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53C7F42-43E3-6FCD-4B24-88711E809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15C4A-426B-403E-B6CD-C3815CBB51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669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7A8F85C-1825-83E9-0D26-4EB0A7BB72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EEFEEA8-A5D9-15D4-8A7A-F6423EBB5A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C833526-A7D0-855E-E72E-803749655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8C81C-B49A-4113-9FA7-C64A30256983}" type="datetimeFigureOut">
              <a:rPr lang="zh-TW" altLang="en-US" smtClean="0"/>
              <a:t>2024/12/30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615D6E4-1EA9-5C21-17FF-14B6E980E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E8F8C00-AE8B-3CBC-7F6D-A3583B7FB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15C4A-426B-403E-B6CD-C3815CBB51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7296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6BBC515-BE4C-F522-69E3-3E0EE9D52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AC9D692-8F42-68FA-3952-604F54B0BA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F998D00-1E5F-FB64-6E50-BE1223E5E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88C81C-B49A-4113-9FA7-C64A30256983}" type="datetimeFigureOut">
              <a:rPr lang="zh-TW" altLang="en-US" smtClean="0"/>
              <a:t>2024/12/30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E9A29C6-3BD8-0A3E-380A-0F07C56E77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504E81D-4966-B63A-5D20-88D7C28DC2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115C4A-426B-403E-B6CD-C3815CBB51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807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F861A98-2F2F-42EF-A64F-3ADB213F4D76}"/>
              </a:ext>
            </a:extLst>
          </p:cNvPr>
          <p:cNvSpPr txBox="1"/>
          <p:nvPr/>
        </p:nvSpPr>
        <p:spPr>
          <a:xfrm>
            <a:off x="2491615" y="3013501"/>
            <a:ext cx="71974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400" b="1" dirty="0"/>
              <a:t>Large-scale Learning with SVM and Convolutional Nets </a:t>
            </a:r>
          </a:p>
          <a:p>
            <a:pPr algn="ctr"/>
            <a:r>
              <a:rPr lang="en-US" altLang="zh-TW" sz="2400" b="1" dirty="0"/>
              <a:t>for Generic Object Categorization </a:t>
            </a:r>
            <a:endParaRPr lang="zh-TW" altLang="en-US" sz="2400" b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91AD3F3-B3C7-4D62-AB0C-411F5C995C0A}"/>
              </a:ext>
            </a:extLst>
          </p:cNvPr>
          <p:cNvSpPr txBox="1"/>
          <p:nvPr/>
        </p:nvSpPr>
        <p:spPr>
          <a:xfrm>
            <a:off x="4158161" y="4385733"/>
            <a:ext cx="38643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113-1_DMVL_Paper_Implementation </a:t>
            </a:r>
          </a:p>
          <a:p>
            <a:pPr algn="ctr"/>
            <a:r>
              <a:rPr lang="en-US" altLang="zh-TW" dirty="0"/>
              <a:t>Presenter: </a:t>
            </a:r>
            <a:r>
              <a:rPr lang="zh-TW" altLang="en-US" dirty="0"/>
              <a:t>資科所二</a:t>
            </a:r>
            <a:r>
              <a:rPr lang="en-US" altLang="zh-TW" dirty="0"/>
              <a:t>_</a:t>
            </a:r>
            <a:r>
              <a:rPr lang="zh-TW" altLang="en-US" dirty="0"/>
              <a:t>周雲明</a:t>
            </a:r>
            <a:endParaRPr lang="en-US" altLang="zh-TW" dirty="0"/>
          </a:p>
          <a:p>
            <a:pPr algn="ctr"/>
            <a:r>
              <a:rPr lang="en-US" altLang="zh-TW" dirty="0"/>
              <a:t>Student ID: 7112095015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31731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FA812902-5000-8552-7E63-798B80C0F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88791" cy="68580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E853E65-9D85-1653-3F67-429C81D6C8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57" y="2090340"/>
            <a:ext cx="5862490" cy="2677319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9B8CFC5B-04C3-0FAC-24FD-0E18F69DD87C}"/>
              </a:ext>
            </a:extLst>
          </p:cNvPr>
          <p:cNvSpPr txBox="1"/>
          <p:nvPr/>
        </p:nvSpPr>
        <p:spPr>
          <a:xfrm>
            <a:off x="142157" y="121920"/>
            <a:ext cx="24299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/>
              <a:t>Dataset (MNIST)</a:t>
            </a:r>
            <a:endParaRPr lang="zh-TW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36558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B0336232-CC28-1E61-F214-3DFAA6318341}"/>
              </a:ext>
            </a:extLst>
          </p:cNvPr>
          <p:cNvSpPr txBox="1"/>
          <p:nvPr/>
        </p:nvSpPr>
        <p:spPr>
          <a:xfrm>
            <a:off x="142157" y="121920"/>
            <a:ext cx="26577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/>
              <a:t>CNN Architecture</a:t>
            </a:r>
            <a:endParaRPr lang="zh-TW" altLang="en-US" sz="2400" b="1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1638841-9ABD-31C5-526B-90BB6825D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6267"/>
            <a:ext cx="5758663" cy="1966575"/>
          </a:xfrm>
          <a:prstGeom prst="rect">
            <a:avLst/>
          </a:prstGeom>
        </p:spPr>
      </p:pic>
      <p:grpSp>
        <p:nvGrpSpPr>
          <p:cNvPr id="4" name="群組 3">
            <a:extLst>
              <a:ext uri="{FF2B5EF4-FFF2-40B4-BE49-F238E27FC236}">
                <a16:creationId xmlns:a16="http://schemas.microsoft.com/office/drawing/2014/main" id="{19BD07EF-AA4F-8E7E-26B5-195D2DF6C9B5}"/>
              </a:ext>
            </a:extLst>
          </p:cNvPr>
          <p:cNvGrpSpPr/>
          <p:nvPr/>
        </p:nvGrpSpPr>
        <p:grpSpPr>
          <a:xfrm>
            <a:off x="5758663" y="895260"/>
            <a:ext cx="6291180" cy="5739220"/>
            <a:chOff x="142157" y="1118780"/>
            <a:chExt cx="6291180" cy="5739220"/>
          </a:xfrm>
        </p:grpSpPr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4EE0111D-D332-C559-613B-AAB6582754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36065"/>
            <a:stretch/>
          </p:blipFill>
          <p:spPr>
            <a:xfrm>
              <a:off x="142157" y="1118780"/>
              <a:ext cx="4815485" cy="5617300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749C1B8A-4404-F937-5152-A12A327CCC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7920" t="60741" r="31328"/>
            <a:stretch/>
          </p:blipFill>
          <p:spPr>
            <a:xfrm>
              <a:off x="4371262" y="3233509"/>
              <a:ext cx="2062075" cy="3624491"/>
            </a:xfrm>
            <a:prstGeom prst="rect">
              <a:avLst/>
            </a:prstGeom>
          </p:spPr>
        </p:pic>
      </p:grpSp>
      <p:sp>
        <p:nvSpPr>
          <p:cNvPr id="8" name="文字方塊 7">
            <a:extLst>
              <a:ext uri="{FF2B5EF4-FFF2-40B4-BE49-F238E27FC236}">
                <a16:creationId xmlns:a16="http://schemas.microsoft.com/office/drawing/2014/main" id="{349090C2-6F8C-28F9-CD14-4C17E1A59404}"/>
              </a:ext>
            </a:extLst>
          </p:cNvPr>
          <p:cNvSpPr txBox="1"/>
          <p:nvPr/>
        </p:nvSpPr>
        <p:spPr>
          <a:xfrm>
            <a:off x="1731231" y="895260"/>
            <a:ext cx="2296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Paper (NORB)</a:t>
            </a:r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80A5857-BFFE-0340-5DD7-76BF97C02EBC}"/>
              </a:ext>
            </a:extLst>
          </p:cNvPr>
          <p:cNvSpPr txBox="1"/>
          <p:nvPr/>
        </p:nvSpPr>
        <p:spPr>
          <a:xfrm>
            <a:off x="7722047" y="398919"/>
            <a:ext cx="2752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Implementation (MNIST)</a:t>
            </a:r>
            <a:endParaRPr lang="zh-TW" altLang="en-US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012C45CD-4B5F-B4DD-37E8-7BB8E3527B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039516"/>
            <a:ext cx="5758663" cy="1973975"/>
          </a:xfrm>
          <a:prstGeom prst="rect">
            <a:avLst/>
          </a:prstGeom>
        </p:spPr>
      </p:pic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EAD36E9F-D869-6A64-1D24-FD8CA155D587}"/>
              </a:ext>
            </a:extLst>
          </p:cNvPr>
          <p:cNvCxnSpPr>
            <a:cxnSpLocks/>
          </p:cNvCxnSpPr>
          <p:nvPr/>
        </p:nvCxnSpPr>
        <p:spPr>
          <a:xfrm>
            <a:off x="5913120" y="502592"/>
            <a:ext cx="0" cy="62280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2324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7CA52E32-FBF3-B10E-7A25-A5BA3A632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957" y="711200"/>
            <a:ext cx="3850723" cy="385803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099476F2-C63A-55E6-680F-AF0C997CA4F7}"/>
              </a:ext>
            </a:extLst>
          </p:cNvPr>
          <p:cNvSpPr txBox="1"/>
          <p:nvPr/>
        </p:nvSpPr>
        <p:spPr>
          <a:xfrm>
            <a:off x="142157" y="121920"/>
            <a:ext cx="49949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/>
              <a:t>Pretrain CNN (Training and Testing)</a:t>
            </a:r>
            <a:endParaRPr lang="zh-TW" altLang="en-US" sz="2400" b="1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1D5111C-A30F-81C3-27F1-DC3520EDA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037" y="4672889"/>
            <a:ext cx="4094563" cy="2185111"/>
          </a:xfrm>
          <a:prstGeom prst="rect">
            <a:avLst/>
          </a:prstGeom>
        </p:spPr>
      </p:pic>
      <p:pic>
        <p:nvPicPr>
          <p:cNvPr id="13" name="圖片 12" descr="一張含有 行, 繪圖, 圖表, 文字 的圖片&#10;&#10;自動產生的描述">
            <a:extLst>
              <a:ext uri="{FF2B5EF4-FFF2-40B4-BE49-F238E27FC236}">
                <a16:creationId xmlns:a16="http://schemas.microsoft.com/office/drawing/2014/main" id="{F6CCE6EC-BC01-7ED4-6B6F-F5990D208C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83"/>
          <a:stretch/>
        </p:blipFill>
        <p:spPr>
          <a:xfrm>
            <a:off x="6032816" y="0"/>
            <a:ext cx="4894110" cy="3204000"/>
          </a:xfrm>
          <a:prstGeom prst="rect">
            <a:avLst/>
          </a:prstGeom>
        </p:spPr>
      </p:pic>
      <p:pic>
        <p:nvPicPr>
          <p:cNvPr id="14" name="圖片 13" descr="一張含有 行, 繪圖, 圖表, 文字 的圖片&#10;&#10;自動產生的描述">
            <a:extLst>
              <a:ext uri="{FF2B5EF4-FFF2-40B4-BE49-F238E27FC236}">
                <a16:creationId xmlns:a16="http://schemas.microsoft.com/office/drawing/2014/main" id="{9AA79CDB-CAA5-BDBB-87F1-749AAA300B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50"/>
          <a:stretch/>
        </p:blipFill>
        <p:spPr>
          <a:xfrm>
            <a:off x="6096000" y="3535680"/>
            <a:ext cx="4781969" cy="32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319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5E42E4C-0146-80BA-BAE6-AE8A7FDD1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4611681"/>
            <a:ext cx="4937761" cy="2246319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39D4355C-8E19-592E-A681-CF9830A31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1" y="0"/>
            <a:ext cx="6705600" cy="68580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784B1F9A-EC5B-FA28-38B6-02B0FF37F830}"/>
              </a:ext>
            </a:extLst>
          </p:cNvPr>
          <p:cNvSpPr txBox="1"/>
          <p:nvPr/>
        </p:nvSpPr>
        <p:spPr>
          <a:xfrm>
            <a:off x="142157" y="121920"/>
            <a:ext cx="32289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/>
              <a:t>Create SVM Classifier</a:t>
            </a:r>
            <a:endParaRPr lang="zh-TW" altLang="en-US" sz="2400" b="1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1817D8D8-304B-4833-59E7-BCA4191918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157" y="583585"/>
            <a:ext cx="4328160" cy="3110055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3F1C4E8C-2887-3880-72A1-6846C16504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9444" y="3429000"/>
            <a:ext cx="2740873" cy="1070441"/>
          </a:xfrm>
          <a:prstGeom prst="rect">
            <a:avLst/>
          </a:prstGeom>
        </p:spPr>
      </p:pic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9A77551D-608B-1E8D-B25B-408783E21D8A}"/>
              </a:ext>
            </a:extLst>
          </p:cNvPr>
          <p:cNvSpPr/>
          <p:nvPr/>
        </p:nvSpPr>
        <p:spPr>
          <a:xfrm>
            <a:off x="548640" y="385422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0810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5942E3B-543D-2277-DE04-06C094AA9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57" y="583585"/>
            <a:ext cx="4277443" cy="628654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699405E3-7652-712E-99BE-F7FAFE28328C}"/>
              </a:ext>
            </a:extLst>
          </p:cNvPr>
          <p:cNvSpPr txBox="1"/>
          <p:nvPr/>
        </p:nvSpPr>
        <p:spPr>
          <a:xfrm>
            <a:off x="142157" y="121920"/>
            <a:ext cx="6214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/>
              <a:t>Create SVM_CNN Model (Feature Extractor)</a:t>
            </a:r>
            <a:endParaRPr lang="zh-TW" altLang="en-US" sz="2400" b="1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EB36BCAC-3DBD-A303-4A30-628F31613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745" y="0"/>
            <a:ext cx="4563342" cy="342900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CD12EC94-E459-E730-2933-D60DDEA6B6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4416" y="3576321"/>
            <a:ext cx="5882905" cy="3281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220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7FC790D2-9AFC-2E0B-8BFF-4310D5128067}"/>
              </a:ext>
            </a:extLst>
          </p:cNvPr>
          <p:cNvSpPr txBox="1"/>
          <p:nvPr/>
        </p:nvSpPr>
        <p:spPr>
          <a:xfrm>
            <a:off x="142157" y="121920"/>
            <a:ext cx="45896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/>
              <a:t>SVM_CNN (Training and Testing)</a:t>
            </a:r>
            <a:endParaRPr lang="zh-TW" altLang="en-US" sz="2400" b="1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374A675-DF03-AD3F-26DF-DE33BE27C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57" y="733049"/>
            <a:ext cx="2667372" cy="790685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B44B9ABD-085C-0675-CDA3-AD696AD44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57" y="1673198"/>
            <a:ext cx="5415363" cy="5186286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9CB86A36-8A05-C169-2FDB-A3F5BFD7A0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047" y="1673198"/>
            <a:ext cx="5515745" cy="430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20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行, 繪圖, 圖表, 文字 的圖片&#10;&#10;自動產生的描述">
            <a:extLst>
              <a:ext uri="{FF2B5EF4-FFF2-40B4-BE49-F238E27FC236}">
                <a16:creationId xmlns:a16="http://schemas.microsoft.com/office/drawing/2014/main" id="{8A130770-D864-E93C-DB7D-A60102F891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417"/>
          <a:stretch/>
        </p:blipFill>
        <p:spPr>
          <a:xfrm>
            <a:off x="6522720" y="52280"/>
            <a:ext cx="4862070" cy="3204000"/>
          </a:xfrm>
          <a:prstGeom prst="rect">
            <a:avLst/>
          </a:prstGeom>
        </p:spPr>
      </p:pic>
      <p:pic>
        <p:nvPicPr>
          <p:cNvPr id="4" name="圖片 3" descr="一張含有 行, 繪圖, 圖表, 文字 的圖片&#10;&#10;自動產生的描述">
            <a:extLst>
              <a:ext uri="{FF2B5EF4-FFF2-40B4-BE49-F238E27FC236}">
                <a16:creationId xmlns:a16="http://schemas.microsoft.com/office/drawing/2014/main" id="{E62A6DF8-3BE0-541A-26CA-C0C4C192A3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83"/>
          <a:stretch/>
        </p:blipFill>
        <p:spPr>
          <a:xfrm>
            <a:off x="6634860" y="3601720"/>
            <a:ext cx="4749930" cy="320400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B75DF223-92B2-28D1-D827-0E673A9C3151}"/>
              </a:ext>
            </a:extLst>
          </p:cNvPr>
          <p:cNvSpPr txBox="1"/>
          <p:nvPr/>
        </p:nvSpPr>
        <p:spPr>
          <a:xfrm>
            <a:off x="142157" y="121920"/>
            <a:ext cx="59363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/>
              <a:t>CNN for 100 Epochs (Training and Testing)</a:t>
            </a:r>
            <a:endParaRPr lang="zh-TW" altLang="en-US" sz="2400" b="1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68B1FAC-076B-7034-FCDC-FF78BC4C0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210" y="1409884"/>
            <a:ext cx="6466980" cy="1846396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14FA2A2-4BB8-64B9-7E8A-C4721DFBA2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81" y="3601720"/>
            <a:ext cx="5715798" cy="297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119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B2232B6B-66CA-F5CF-FA52-991CC63D70D6}"/>
              </a:ext>
            </a:extLst>
          </p:cNvPr>
          <p:cNvSpPr txBox="1"/>
          <p:nvPr/>
        </p:nvSpPr>
        <p:spPr>
          <a:xfrm>
            <a:off x="142157" y="121920"/>
            <a:ext cx="3472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/>
              <a:t>Result and Comparison</a:t>
            </a:r>
            <a:endParaRPr lang="zh-TW" altLang="en-US" sz="2400" b="1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D1F747B-962B-7CA0-A8BE-9ACCAE75D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0539"/>
            <a:ext cx="5953843" cy="5417461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ECE4156A-2305-88F2-6693-3B3806337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759" y="1440539"/>
            <a:ext cx="5953844" cy="5417461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E914B258-2091-A5C3-9F11-280F70AFBF84}"/>
              </a:ext>
            </a:extLst>
          </p:cNvPr>
          <p:cNvSpPr txBox="1"/>
          <p:nvPr/>
        </p:nvSpPr>
        <p:spPr>
          <a:xfrm>
            <a:off x="1828820" y="827396"/>
            <a:ext cx="2296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CNN 20 Epochs</a:t>
            </a:r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22F5526-785E-2745-366D-6F1625FEE3FF}"/>
              </a:ext>
            </a:extLst>
          </p:cNvPr>
          <p:cNvSpPr txBox="1"/>
          <p:nvPr/>
        </p:nvSpPr>
        <p:spPr>
          <a:xfrm>
            <a:off x="6651930" y="688896"/>
            <a:ext cx="43005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SVM_CNN </a:t>
            </a:r>
          </a:p>
          <a:p>
            <a:pPr algn="ctr"/>
            <a:r>
              <a:rPr lang="en-US" altLang="zh-TW" dirty="0"/>
              <a:t>(CNN Pretrained 20 Epochs 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34566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843BE-1F76-A45B-159E-FEFB50D4F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4603C7B4-7FBD-897B-434D-87DAD269F920}"/>
              </a:ext>
            </a:extLst>
          </p:cNvPr>
          <p:cNvSpPr txBox="1"/>
          <p:nvPr/>
        </p:nvSpPr>
        <p:spPr>
          <a:xfrm>
            <a:off x="142157" y="121920"/>
            <a:ext cx="3472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/>
              <a:t>Result and Comparison</a:t>
            </a:r>
            <a:endParaRPr lang="zh-TW" altLang="en-US" sz="2400" b="1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23E92FD-9E38-C77A-7967-BF9896FC1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7759" y="1440539"/>
            <a:ext cx="5953844" cy="5417461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C02B57FE-F4E4-CA19-397E-E6DEBA0D0106}"/>
              </a:ext>
            </a:extLst>
          </p:cNvPr>
          <p:cNvSpPr txBox="1"/>
          <p:nvPr/>
        </p:nvSpPr>
        <p:spPr>
          <a:xfrm>
            <a:off x="1828820" y="827396"/>
            <a:ext cx="2296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CNN 100 Epochs</a:t>
            </a:r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C7B424C-8617-6A3A-5709-A7F94A49A673}"/>
              </a:ext>
            </a:extLst>
          </p:cNvPr>
          <p:cNvSpPr txBox="1"/>
          <p:nvPr/>
        </p:nvSpPr>
        <p:spPr>
          <a:xfrm>
            <a:off x="6651930" y="688896"/>
            <a:ext cx="43005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SVM_CNN </a:t>
            </a:r>
          </a:p>
          <a:p>
            <a:pPr algn="ctr"/>
            <a:r>
              <a:rPr lang="en-US" altLang="zh-TW" dirty="0"/>
              <a:t>(CNN Pretrained 20 Epochs )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AC79E0B-574E-0AD1-025C-08BC27BC3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1440538"/>
            <a:ext cx="5953844" cy="5417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024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EE686D62-6DA9-6A78-2DD4-47E5F5034C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487" r="54421"/>
          <a:stretch/>
        </p:blipFill>
        <p:spPr>
          <a:xfrm>
            <a:off x="4453931" y="1801560"/>
            <a:ext cx="3284137" cy="4753784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5059EC3A-A5CD-4EF5-E5A4-ACDA8116A2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57" r="61633"/>
          <a:stretch/>
        </p:blipFill>
        <p:spPr>
          <a:xfrm>
            <a:off x="8510318" y="1801560"/>
            <a:ext cx="3279593" cy="373564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444B8A49-7E78-4DB3-8749-F92706F1D129}"/>
              </a:ext>
            </a:extLst>
          </p:cNvPr>
          <p:cNvSpPr txBox="1"/>
          <p:nvPr/>
        </p:nvSpPr>
        <p:spPr>
          <a:xfrm>
            <a:off x="142157" y="121920"/>
            <a:ext cx="3472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/>
              <a:t>Result and Comparison</a:t>
            </a:r>
            <a:endParaRPr lang="zh-TW" altLang="en-US" sz="2400" b="1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78897F-87DA-3009-4033-8247E14F1164}"/>
              </a:ext>
            </a:extLst>
          </p:cNvPr>
          <p:cNvSpPr txBox="1"/>
          <p:nvPr/>
        </p:nvSpPr>
        <p:spPr>
          <a:xfrm>
            <a:off x="1158260" y="1136134"/>
            <a:ext cx="2296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CNN 20 Epochs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CC01B22-D89E-F286-14E5-AB1746DFA9D4}"/>
              </a:ext>
            </a:extLst>
          </p:cNvPr>
          <p:cNvSpPr txBox="1"/>
          <p:nvPr/>
        </p:nvSpPr>
        <p:spPr>
          <a:xfrm>
            <a:off x="3945724" y="997634"/>
            <a:ext cx="43005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SVM_CNN </a:t>
            </a:r>
          </a:p>
          <a:p>
            <a:pPr algn="ctr"/>
            <a:r>
              <a:rPr lang="en-US" altLang="zh-TW" dirty="0"/>
              <a:t>(CNN Pretrained 20 Epochs )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803BBDE-F317-79B2-E5E7-B8F88F99AC44}"/>
              </a:ext>
            </a:extLst>
          </p:cNvPr>
          <p:cNvSpPr txBox="1"/>
          <p:nvPr/>
        </p:nvSpPr>
        <p:spPr>
          <a:xfrm>
            <a:off x="9215140" y="1136134"/>
            <a:ext cx="2296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CNN 100 Epochs</a:t>
            </a:r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7132FF6D-CCA6-D43D-4605-F7730AF12A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7236" r="62530"/>
          <a:stretch/>
        </p:blipFill>
        <p:spPr>
          <a:xfrm>
            <a:off x="402088" y="1801560"/>
            <a:ext cx="3279593" cy="3865801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75582F3C-303B-D676-4974-DEA509261336}"/>
              </a:ext>
            </a:extLst>
          </p:cNvPr>
          <p:cNvSpPr/>
          <p:nvPr/>
        </p:nvSpPr>
        <p:spPr>
          <a:xfrm>
            <a:off x="1431369" y="4188612"/>
            <a:ext cx="874991" cy="2946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FE7AB35-D662-9670-3DC4-991A5E50D2E0}"/>
              </a:ext>
            </a:extLst>
          </p:cNvPr>
          <p:cNvSpPr/>
          <p:nvPr/>
        </p:nvSpPr>
        <p:spPr>
          <a:xfrm>
            <a:off x="5312489" y="5252720"/>
            <a:ext cx="783511" cy="2844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8D19C13-BF14-CBE7-A697-4844111E9140}"/>
              </a:ext>
            </a:extLst>
          </p:cNvPr>
          <p:cNvSpPr/>
          <p:nvPr/>
        </p:nvSpPr>
        <p:spPr>
          <a:xfrm>
            <a:off x="9488289" y="4071772"/>
            <a:ext cx="874991" cy="2946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749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443659C5-A560-D284-77F3-1249CE6E9C8E}"/>
              </a:ext>
            </a:extLst>
          </p:cNvPr>
          <p:cNvSpPr txBox="1"/>
          <p:nvPr/>
        </p:nvSpPr>
        <p:spPr>
          <a:xfrm>
            <a:off x="5344160" y="3075057"/>
            <a:ext cx="15036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/>
              <a:t>END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0815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129</Words>
  <Application>Microsoft Office PowerPoint</Application>
  <PresentationFormat>寬螢幕</PresentationFormat>
  <Paragraphs>28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雲明 周</dc:creator>
  <cp:lastModifiedBy>雲明 周</cp:lastModifiedBy>
  <cp:revision>2</cp:revision>
  <dcterms:created xsi:type="dcterms:W3CDTF">2024-12-29T18:10:43Z</dcterms:created>
  <dcterms:modified xsi:type="dcterms:W3CDTF">2024-12-29T20:33:14Z</dcterms:modified>
</cp:coreProperties>
</file>